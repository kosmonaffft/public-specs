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3C674-092B-4EA2-9DEE-E24909752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86E21C-E555-4430-9A76-8E75AE631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A8D9D9-199A-47C2-AF35-0623944A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25FCD2-D490-4737-8E48-2A355E17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82DFB8-68C8-40D8-B9E6-B39DF6DB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194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7EC6C-A472-448A-9C4A-0EBDBBA9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62ABDC-94B0-4E4E-881F-1DAE5F737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CB93EF-6C26-47AD-BC69-4C4D29A4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CD7A28-03A4-4E15-9340-2F757D10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FBC45-BA85-4171-AD57-C9C4B505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6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99076-4113-4269-9D3E-D312DFEF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F8F94A-5ABE-4263-B1AC-E31AFB856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A18A2D-29CE-4C16-BE5C-31091BE0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ABA805-C9AC-4340-9E70-8B44243C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AE4D3-C45E-4F0B-B4FA-DC13867E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27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CA4D3-7CAC-41DA-89B8-4CFC9CD5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760E48-325D-451F-9172-670FFB4E0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75D93E-9FFF-4911-817D-72496DB06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78F250-2A38-4A11-92EC-2B1A5CD8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8FD067-910A-4429-B6F5-7BDC5297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B976D9-0934-43D0-A1A0-2AA6504C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12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EDDF1-8547-41CC-873E-195ACC8E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75998A-C745-462D-95F6-538077A0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783B56-5EE4-47F4-A23C-77A2CC7B8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C2D910-64CA-4EBA-952F-153A56885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A9D2BA8-09B6-4B1E-A076-CA9227C19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DA0790-A862-4F26-B6D9-CF9BCF8B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411A1F-3431-4685-ABD9-70092BBA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F8818A-69E7-4CA3-917C-1EF71B31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80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EFADA-369A-4DD8-B5E9-78822FE7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20E70-5108-478E-9AB0-94AC7560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2645CB-6295-46B2-AB6F-2B801DCE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DCBB32-30DC-411A-927E-E60CBBB8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28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5B8867-4527-4911-B1B7-AD578CCF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CC212A-716E-4EE1-ACCD-2D2193E3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64C02D-B467-4F9C-B477-45CE8156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6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E6943-44A1-4C2D-B5DD-84684B40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93F49A-CE12-40F7-B839-7F2B71163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3F6C6E-6CD1-43DD-88E1-5EADF7E8B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BA0BDF-17E7-444D-AF3F-56F4422C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548FC5-B80B-482A-8401-A528E46E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4BF1A2-7F4A-4515-B80E-C28926A76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42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8FBCF-4095-4C23-95A5-7A638690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10D133-CA74-4441-899C-647838AC1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2689CB-020C-4689-95F5-5C75591FD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24E18E-1E55-4425-9AEC-A1DBB7CC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B7A5D2-5CEB-4B51-B035-5FC32B9B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F10159-3C3A-4E4F-90A1-652ABFEC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97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39CF7-2869-4B39-B3A6-D43B0DBB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4A494E-E804-418A-8228-28924FEC5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328B25-9170-442B-A04E-1635E15B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528141-54A3-442D-A6D5-79CE9014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5B5FAE-A523-4258-9D16-3BF39D8B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54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834406E-4A94-4EDD-8442-8901882AE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C37E03-C5B0-4C77-8AF7-A313CE7C3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771D67-77B8-4085-891C-9813803B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B485A-F501-4DE6-A379-4DB62196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BEA71E-2B37-44B1-AFE3-C8B16E4A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01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E110F-28FB-4035-A112-7938791A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4F4415-2796-41DF-A474-EF7083C2B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08C36A-79B0-486B-A1F1-E3F03DC27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A12DC-2780-43F9-9373-2D89FF13682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5AC629-00B2-4E15-ABAF-912E056A7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1AAF3B-5905-403D-B7CB-7F591A16C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28A4F-2F70-4589-B4CF-1C8593241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83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38051-FC94-4858-A5DC-6D1720D9F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Полезное ископаемое</a:t>
            </a:r>
            <a:r>
              <a:rPr lang="ru-RU" sz="4800" dirty="0"/>
              <a:t>-нефть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2DDEBD-C070-4A6D-BB2E-B2AEFBA55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944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3C973-F96D-45DD-A230-95A453F1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каком регионе России добывают нефть…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17A75-2548-439F-A272-3A3101C6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Больше всего нефти в России добывается в </a:t>
            </a:r>
            <a:r>
              <a:rPr lang="ru-RU" b="1" dirty="0">
                <a:solidFill>
                  <a:srgbClr val="0A0A0A"/>
                </a:solidFill>
                <a:latin typeface="Google Sans"/>
              </a:rPr>
              <a:t>Ханты-Мансийском автономном округе — юге</a:t>
            </a:r>
            <a:r>
              <a:rPr lang="ru-RU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Этот регион обеспечивает около 40–46% всей общероссийской добычи нефти. Основная часть месторождений расположена в Западной Сибири.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570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0FBC4-C3A4-48A1-BDAB-0AB7EE68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Как добывают нефть…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47F4B-DB41-4DD6-AFB3-98CE8BDF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Добыча нефти — это </a:t>
            </a:r>
            <a:r>
              <a:rPr lang="ru-RU" dirty="0"/>
              <a:t>процесс извлечения углеводородов из недр земли через буровые скважины, который делится на фонтанный (естественный) и механизированный (насосный/газлифтный) способы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. Процесс включает бурение, установку насосного оборудования (например, «качалок») и транспортировку нефти. 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1]</a:t>
            </a:r>
            <a:r>
              <a:rPr lang="ru-RU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Поиск залежей нефти, бурение разведочных скважин.</a:t>
            </a:r>
          </a:p>
          <a:p>
            <a:pPr marL="0" indent="0">
              <a:buNone/>
            </a:pPr>
            <a:r>
              <a:rPr lang="en-US" dirty="0"/>
              <a:t>2] 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Проходка горной породы для создания канала.</a:t>
            </a:r>
            <a:br>
              <a:rPr lang="ru-RU" dirty="0"/>
            </a:br>
            <a:r>
              <a:rPr lang="en-US" dirty="0"/>
              <a:t>3] 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Установка эксплуатационного оборудования (насосов-труб)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4] 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Извлечение нефти и ее очистка от воды и газа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492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F6E20-408D-4636-868C-B9C09D93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Где используется нефть…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B8C3E-4A97-4192-B33A-96CE82B7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нефть используют </a:t>
            </a:r>
            <a:r>
              <a:rPr lang="ru-RU" dirty="0"/>
              <a:t>для получения топлива (бензин, керосин, дизель), производства нефтехимии (пластмассы, синтетические ткани, резина), асфальта, смазочных материалов, а также используется в косметике, медицине и производстве удобрений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endParaRPr lang="ru-RU" dirty="0">
              <a:solidFill>
                <a:srgbClr val="0A0A0A"/>
              </a:solidFill>
              <a:latin typeface="Google Sans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Основная функция — обеспечение энергией транспортной и энергетической отраслей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58223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185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Google Sans</vt:lpstr>
      <vt:lpstr>Тема Office</vt:lpstr>
      <vt:lpstr>Полезное ископаемое-нефть</vt:lpstr>
      <vt:lpstr>В каком регионе России добывают нефть…</vt:lpstr>
      <vt:lpstr>                  Как добывают нефть…</vt:lpstr>
      <vt:lpstr>                 Где используется нефть…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Полезное ископаемое-нефть</dc:title>
  <dc:creator>Кирильчик Антон Владимирович</dc:creator>
  <cp:lastModifiedBy>Кирильчик Антон Владимирович</cp:lastModifiedBy>
  <cp:revision>7</cp:revision>
  <dcterms:created xsi:type="dcterms:W3CDTF">2026-04-15T15:09:17Z</dcterms:created>
  <dcterms:modified xsi:type="dcterms:W3CDTF">2026-04-15T18:23:03Z</dcterms:modified>
</cp:coreProperties>
</file>
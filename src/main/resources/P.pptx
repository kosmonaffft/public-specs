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A9F8C-4D14-41AC-B24E-A67FFE8BA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98EDC7-D55F-44BA-9BAA-C492EA897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1C1371-2EEF-4D43-AA91-0C6A4ECC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978363-4247-45D9-905E-FF947EFB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BE540B-0F7A-45CF-9B79-6B8A1B80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50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780CA-C43C-4140-A186-1E351A40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B00390-B7EA-4EB3-BD17-29B3202AD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23B5A7-B25D-4596-9B36-283BB14C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A21734-26C4-44C0-82DE-380C9CC50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624D26-1B09-4FE1-944F-2C117A96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6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9B128-B416-4A4F-B438-A9146878A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74EC8B-1C0A-4A8B-B38E-8FC93101E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2FB5F-A75F-40DB-B969-786304A1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408978-BD54-4622-8A99-74AAEDAB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23EB5E-C02E-4B8A-A74F-034DEE71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05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2BDE1-183B-40E5-94CA-3484A62A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B29E0-042B-4692-9B89-42072B48A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305C12-592E-4398-A15D-4D00F27A2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2A29B4-E460-4E4F-9674-AA96F610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1645A7-F2C2-4230-B253-8EE91BEE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B4EDA9-577F-4D26-9BF5-3CE72573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1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77AA9-8830-4E09-BD33-1E5AC18C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841A88-8DAA-4E6C-A3A4-C5F30A123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06A991-0C36-453E-BD64-97D222C0A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FE0A0E-2F89-4560-A9A2-48F3A7036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81217C-0C7E-4F2C-9809-B41591897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E5731F-F825-405B-968B-2E2D7469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DCFDA6-8F99-4864-B047-128A71C8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5EE0E40-4268-4105-8873-97D929DF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38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7A5A0-C321-4471-A8CB-29FB25D4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BF001E-CB78-465A-BCB6-BB5CAB06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0D6887-CCD4-4EBE-B66B-2E5FD3F3D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A7EB0B-8E08-4E2D-BA1D-27795107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15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EFE4AD-1024-48CA-8B81-33D5119A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F01303-FF8C-46E4-8A08-C8EB3572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C6A0BC-39B8-4D76-B9C7-095D10BC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26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5E579-416C-4C41-B75C-68853720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6A91C-869A-4047-8B36-CDD053261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6D1F1E-2324-4701-941E-DAE73C121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934E21-4D1C-452F-A9EF-D54BB57C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C3E057-D88D-477F-BB1E-92C7073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497B3E-B345-46F0-B481-00D3D9A3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2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90932-ED50-4E6C-B0A0-1F96069EB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677D9D-EAFD-40CB-A341-50D35A3A0D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2F311A-225F-4C02-9B77-2CFA77D92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23B25F-A655-4728-AF02-30E5745CE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AA26E-E07C-4966-AD9D-032354FF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95BCBB-A055-4D5E-9C0C-A3D3A7B8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4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5083E-377F-41E9-8596-EF6709F0C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EE2FD4-9648-454C-A2FB-C147FEB97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1CEA31-C31E-4972-8C21-444BA49A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77D9BD-816A-49DA-A366-ABB1CCF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1F1B3-F08D-4498-A3BE-E6E7BE8D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71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0BC528-9BC8-40B7-BF77-F5685761F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D0ADC0-695C-4686-A00B-141D261B6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781186-76B9-4BE9-B039-02B535E37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2C51C5-E8CF-4779-919B-267657B3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B76F23-6E5E-4116-8365-15681077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60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41216-8782-42B3-85C4-15C171458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D9F8B1-EEA1-411B-A144-DE37C4D9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3B0350-145C-4F4F-8276-9909116C0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0FC41-4386-44F4-9691-7537D797C0DD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5780B4-BAB8-45D3-8A4F-A6D24F0C7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91F507-E1B8-4296-A2FE-832862930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E7598-5778-491F-B497-6FC94C4C3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82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ISMETEO: Цвета Меркурия">
            <a:extLst>
              <a:ext uri="{FF2B5EF4-FFF2-40B4-BE49-F238E27FC236}">
                <a16:creationId xmlns:a16="http://schemas.microsoft.com/office/drawing/2014/main" id="{DA1537CD-C84E-4F4C-A804-D494846EF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0"/>
            <a:ext cx="12068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1738E-7A0C-427A-A9D1-7A26E5BE4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6825" y="368300"/>
            <a:ext cx="9144000" cy="1165225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меркурий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7804C7-1FD6-4227-8162-292671252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41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Меркурий: интересные факты, как выглядит Меркурий, какого ...">
            <a:extLst>
              <a:ext uri="{FF2B5EF4-FFF2-40B4-BE49-F238E27FC236}">
                <a16:creationId xmlns:a16="http://schemas.microsoft.com/office/drawing/2014/main" id="{81DC9499-C40D-4910-A56C-0A03F4B3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0E8E6-FD54-4599-8A57-8C1D94A4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"/>
            <a:ext cx="105156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380639-F330-484F-937E-63FEF1EFC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244"/>
            <a:ext cx="10515600" cy="2228855"/>
          </a:xfrm>
        </p:spPr>
        <p:txBody>
          <a:bodyPr>
            <a:normAutofit fontScale="92500"/>
          </a:bodyPr>
          <a:lstStyle/>
          <a:p>
            <a:r>
              <a:rPr lang="ru-RU" dirty="0">
                <a:solidFill>
                  <a:schemeClr val="accent2"/>
                </a:solidFill>
              </a:rPr>
              <a:t>Меркурий это сама первая планета от солнца. Его диаметр составляет 4 879 километров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ru-RU" dirty="0">
                <a:solidFill>
                  <a:schemeClr val="accent2"/>
                </a:solidFill>
              </a:rPr>
              <a:t> это около 38 процентов от нашей земли .Меркурий чуть больше луны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ru-RU" dirty="0">
                <a:solidFill>
                  <a:schemeClr val="accent2"/>
                </a:solidFill>
              </a:rPr>
              <a:t>потому что диаметр луны около 3 474 километров.</a:t>
            </a:r>
          </a:p>
          <a:p>
            <a:r>
              <a:rPr lang="ru-RU" dirty="0">
                <a:solidFill>
                  <a:schemeClr val="accent2"/>
                </a:solidFill>
              </a:rPr>
              <a:t>Планета кажется белой или светло-серой из-за отраженного яркого солнечного света.</a:t>
            </a:r>
          </a:p>
        </p:txBody>
      </p:sp>
      <p:pic>
        <p:nvPicPr>
          <p:cNvPr id="9" name="Picture 2" descr="Меркурий: интересные факты, как выглядит Меркурий, какого ...">
            <a:extLst>
              <a:ext uri="{FF2B5EF4-FFF2-40B4-BE49-F238E27FC236}">
                <a16:creationId xmlns:a16="http://schemas.microsoft.com/office/drawing/2014/main" id="{CFF0F565-48AF-4692-B0A5-34581F02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72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65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Что находится в центрах планет Солнечной системы">
            <a:extLst>
              <a:ext uri="{FF2B5EF4-FFF2-40B4-BE49-F238E27FC236}">
                <a16:creationId xmlns:a16="http://schemas.microsoft.com/office/drawing/2014/main" id="{38D1C1C6-2CEC-4F0A-8F63-0A74175F9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2899" y="-534343"/>
            <a:ext cx="12534899" cy="765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E73A3-EF34-46CB-861E-74562271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319406"/>
            <a:ext cx="105156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E8514C-1993-4F8B-AD48-BC0E2E089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8151"/>
            <a:ext cx="10515600" cy="2853696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Ядро меркурия это металлический шар занимающий 85 процентов радиуса планеты.</a:t>
            </a:r>
          </a:p>
          <a:p>
            <a:r>
              <a:rPr lang="ru-RU" dirty="0">
                <a:solidFill>
                  <a:srgbClr val="FF0000"/>
                </a:solidFill>
              </a:rPr>
              <a:t>Мантия после ядра идёт мантия толщеной от 400 до 600 километров.</a:t>
            </a:r>
          </a:p>
          <a:p>
            <a:r>
              <a:rPr lang="ru-RU" dirty="0">
                <a:solidFill>
                  <a:srgbClr val="FF0000"/>
                </a:solidFill>
              </a:rPr>
              <a:t>Кора внешняя оболочка Меркурия толщиной 26 километров она состоит из базальта и серы. </a:t>
            </a:r>
          </a:p>
        </p:txBody>
      </p:sp>
    </p:spTree>
    <p:extLst>
      <p:ext uri="{BB962C8B-B14F-4D97-AF65-F5344CB8AC3E}">
        <p14:creationId xmlns:p14="http://schemas.microsoft.com/office/powerpoint/2010/main" val="142909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Это интересно">
            <a:extLst>
              <a:ext uri="{FF2B5EF4-FFF2-40B4-BE49-F238E27FC236}">
                <a16:creationId xmlns:a16="http://schemas.microsoft.com/office/drawing/2014/main" id="{C9C58019-9167-402A-B4A6-8927ECCE6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78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23DB2-8311-4D40-B0E8-635B1162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2A88F2-4A61-40CB-95D6-8E741254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Меркурий был назван в честь древнеримского  бога торговли.</a:t>
            </a:r>
          </a:p>
          <a:p>
            <a:r>
              <a:rPr lang="ru-RU" dirty="0">
                <a:solidFill>
                  <a:schemeClr val="accent2"/>
                </a:solidFill>
              </a:rPr>
              <a:t>Планету видно только незадолго до рассвета или вскоре после заката, так как она находится близко к Солнцу.</a:t>
            </a:r>
          </a:p>
          <a:p>
            <a:r>
              <a:rPr lang="ru-RU" b="0" u="none" strike="noStrike" dirty="0">
                <a:solidFill>
                  <a:schemeClr val="accent2"/>
                </a:solidFill>
                <a:effectLst/>
                <a:latin typeface="Google Sans"/>
              </a:rPr>
              <a:t>Ось Меркурия практически строго перпендикулярна плоскости его орбиты. Угол наклона составляет всего </a:t>
            </a:r>
            <a:r>
              <a:rPr lang="ru-RU" b="1" u="none" strike="noStrike" dirty="0">
                <a:solidFill>
                  <a:schemeClr val="accent2"/>
                </a:solidFill>
                <a:effectLst/>
                <a:latin typeface="Google Sans"/>
              </a:rPr>
              <a:t>около 0,034° (примерно 1/30 градуса)</a:t>
            </a:r>
            <a:r>
              <a:rPr lang="ru-RU" b="0" u="none" strike="noStrike" dirty="0">
                <a:solidFill>
                  <a:schemeClr val="accent2"/>
                </a:solidFill>
                <a:effectLst/>
                <a:latin typeface="Google Sans"/>
              </a:rPr>
              <a:t>. Это самый маленький показатель среди всех планет Солнечной системы. Из-за этого на Меркурии практически полностью отсутствует смена времён года.</a:t>
            </a:r>
            <a:r>
              <a:rPr lang="ru-RU" dirty="0">
                <a:solidFill>
                  <a:schemeClr val="accent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943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Покровитель торговцев – бог Меркурий :: SYL.ru">
            <a:extLst>
              <a:ext uri="{FF2B5EF4-FFF2-40B4-BE49-F238E27FC236}">
                <a16:creationId xmlns:a16="http://schemas.microsoft.com/office/drawing/2014/main" id="{7998FC2C-A346-4A37-8121-B5A920FB3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4776"/>
            <a:ext cx="12192000" cy="696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12F52A-9995-4CEE-8966-6914DC86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              </a:t>
            </a:r>
            <a:r>
              <a:rPr lang="ru-RU" dirty="0">
                <a:solidFill>
                  <a:schemeClr val="accent2"/>
                </a:solidFill>
              </a:rPr>
              <a:t>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843F6E-4888-488B-B9BB-F3355453E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accent2"/>
                </a:solidFill>
              </a:rPr>
              <a:t>1.Каков диаметр меркурия???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2"/>
                </a:solidFill>
              </a:rPr>
              <a:t>2.В честь кого планета получила такое имя???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2"/>
                </a:solidFill>
              </a:rPr>
              <a:t>3.Какого цвета меркурий???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2"/>
                </a:solidFill>
              </a:rPr>
              <a:t>4.Меркурий меньше луны.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2"/>
                </a:solidFill>
              </a:rPr>
              <a:t> да или нет???</a:t>
            </a:r>
          </a:p>
        </p:txBody>
      </p:sp>
    </p:spTree>
    <p:extLst>
      <p:ext uri="{BB962C8B-B14F-4D97-AF65-F5344CB8AC3E}">
        <p14:creationId xmlns:p14="http://schemas.microsoft.com/office/powerpoint/2010/main" val="355694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Покровитель торговцев – бог Меркурий :: SYL.ru">
            <a:extLst>
              <a:ext uri="{FF2B5EF4-FFF2-40B4-BE49-F238E27FC236}">
                <a16:creationId xmlns:a16="http://schemas.microsoft.com/office/drawing/2014/main" id="{476D2A36-5AE6-42A4-B8EB-0A847E28E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12001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23D0E-F36F-4295-AAE1-7A415962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                </a:t>
            </a:r>
            <a:r>
              <a:rPr lang="ru-RU" dirty="0">
                <a:solidFill>
                  <a:schemeClr val="accent2"/>
                </a:solidFill>
              </a:rPr>
              <a:t>ответы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EC6B74-3185-4F0F-8D64-DC206F957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1.диаметр меркурия равен 4 879.</a:t>
            </a:r>
          </a:p>
          <a:p>
            <a:r>
              <a:rPr lang="ru-RU" dirty="0">
                <a:solidFill>
                  <a:schemeClr val="accent2"/>
                </a:solidFill>
              </a:rPr>
              <a:t>2.меркурий был назван в честь древнеримского бога торговли.</a:t>
            </a:r>
          </a:p>
          <a:p>
            <a:r>
              <a:rPr lang="ru-RU" dirty="0">
                <a:solidFill>
                  <a:schemeClr val="accent2"/>
                </a:solidFill>
              </a:rPr>
              <a:t>3.меркурий белый или светло серый.</a:t>
            </a:r>
          </a:p>
          <a:p>
            <a:r>
              <a:rPr lang="ru-RU" dirty="0">
                <a:solidFill>
                  <a:schemeClr val="accent2"/>
                </a:solidFill>
              </a:rPr>
              <a:t>4.нет. меркурий больше луны</a:t>
            </a:r>
          </a:p>
        </p:txBody>
      </p:sp>
    </p:spTree>
    <p:extLst>
      <p:ext uri="{BB962C8B-B14F-4D97-AF65-F5344CB8AC3E}">
        <p14:creationId xmlns:p14="http://schemas.microsoft.com/office/powerpoint/2010/main" val="213778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Ретроградный Меркурий 2026: что это, когда, как влияет на человека | РБК Тренды">
            <a:extLst>
              <a:ext uri="{FF2B5EF4-FFF2-40B4-BE49-F238E27FC236}">
                <a16:creationId xmlns:a16="http://schemas.microsoft.com/office/drawing/2014/main" id="{3AEB11CF-D393-4EFF-9BAB-09F0B84D33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0"/>
            <a:ext cx="11887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247ED-9676-4298-9993-FA8A3CCC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                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КОНЕЦ</a:t>
            </a:r>
          </a:p>
        </p:txBody>
      </p:sp>
    </p:spTree>
    <p:extLst>
      <p:ext uri="{BB962C8B-B14F-4D97-AF65-F5344CB8AC3E}">
        <p14:creationId xmlns:p14="http://schemas.microsoft.com/office/powerpoint/2010/main" val="5286369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229</Words>
  <Application>Microsoft Office PowerPoint</Application>
  <PresentationFormat>Широкоэкранный</PresentationFormat>
  <Paragraphs>21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</vt:lpstr>
      <vt:lpstr>Тема Office</vt:lpstr>
      <vt:lpstr>меркурий</vt:lpstr>
      <vt:lpstr>Презентация PowerPoint</vt:lpstr>
      <vt:lpstr>Презентация PowerPoint</vt:lpstr>
      <vt:lpstr>Презентация PowerPoint</vt:lpstr>
      <vt:lpstr>                               вопросы</vt:lpstr>
      <vt:lpstr>                                 ответы</vt:lpstr>
      <vt:lpstr>                                  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меркурий</dc:title>
  <dc:creator>Кирильчик Антон Владимирович</dc:creator>
  <cp:lastModifiedBy>Кирильчик Антон Владимирович</cp:lastModifiedBy>
  <cp:revision>8</cp:revision>
  <dcterms:created xsi:type="dcterms:W3CDTF">2026-09-10T15:52:40Z</dcterms:created>
  <dcterms:modified xsi:type="dcterms:W3CDTF">2026-09-10T19:52:44Z</dcterms:modified>
</cp:coreProperties>
</file>